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3" d="100"/>
          <a:sy n="73" d="100"/>
        </p:scale>
        <p:origin x="864" y="58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766B41-8F13-4C63-B310-659D87ED23FF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883CB8D-9269-4257-9213-280D194F5C67}">
      <dgm:prSet/>
      <dgm:spPr/>
      <dgm:t>
        <a:bodyPr/>
        <a:lstStyle/>
        <a:p>
          <a:r>
            <a:rPr lang="en-US"/>
            <a:t>• استلام من الفرع</a:t>
          </a:r>
        </a:p>
      </dgm:t>
    </dgm:pt>
    <dgm:pt modelId="{503BB1DD-F3D4-484B-BDD7-DA774DDAA4F0}" type="parTrans" cxnId="{AF2A1F45-ED57-455E-B90C-E88843470A59}">
      <dgm:prSet/>
      <dgm:spPr/>
      <dgm:t>
        <a:bodyPr/>
        <a:lstStyle/>
        <a:p>
          <a:endParaRPr lang="en-US"/>
        </a:p>
      </dgm:t>
    </dgm:pt>
    <dgm:pt modelId="{C1B119D5-DA2A-4A94-88E7-F9B28F75C0B8}" type="sibTrans" cxnId="{AF2A1F45-ED57-455E-B90C-E88843470A59}">
      <dgm:prSet/>
      <dgm:spPr/>
      <dgm:t>
        <a:bodyPr/>
        <a:lstStyle/>
        <a:p>
          <a:endParaRPr lang="en-US"/>
        </a:p>
      </dgm:t>
    </dgm:pt>
    <dgm:pt modelId="{324048B8-5C78-492F-8B68-CAE78F015AE7}">
      <dgm:prSet/>
      <dgm:spPr/>
      <dgm:t>
        <a:bodyPr/>
        <a:lstStyle/>
        <a:p>
          <a:r>
            <a:rPr lang="en-US"/>
            <a:t>• توصيل (Storage Station)</a:t>
          </a:r>
        </a:p>
      </dgm:t>
    </dgm:pt>
    <dgm:pt modelId="{E3BEC7B2-AD95-4A46-9A41-77E4A1C93906}" type="parTrans" cxnId="{83F5415B-FA50-475B-810B-78C49DE733BB}">
      <dgm:prSet/>
      <dgm:spPr/>
      <dgm:t>
        <a:bodyPr/>
        <a:lstStyle/>
        <a:p>
          <a:endParaRPr lang="en-US"/>
        </a:p>
      </dgm:t>
    </dgm:pt>
    <dgm:pt modelId="{2279E7B5-2F09-4E83-9212-1842B66644D7}" type="sibTrans" cxnId="{83F5415B-FA50-475B-810B-78C49DE733BB}">
      <dgm:prSet/>
      <dgm:spPr/>
      <dgm:t>
        <a:bodyPr/>
        <a:lstStyle/>
        <a:p>
          <a:endParaRPr lang="en-US"/>
        </a:p>
      </dgm:t>
    </dgm:pt>
    <dgm:pt modelId="{D7671435-ABC7-4C7B-93DF-BDC0BF92B50B}">
      <dgm:prSet/>
      <dgm:spPr/>
      <dgm:t>
        <a:bodyPr/>
        <a:lstStyle/>
        <a:p>
          <a:r>
            <a:rPr lang="en-US"/>
            <a:t>• دفع عند الاستلام</a:t>
          </a:r>
        </a:p>
      </dgm:t>
    </dgm:pt>
    <dgm:pt modelId="{A7AA23C9-EE16-4904-BCCD-8A4A34CE7106}" type="parTrans" cxnId="{20857C47-D8B8-460C-A7CE-B0CFF2D65195}">
      <dgm:prSet/>
      <dgm:spPr/>
      <dgm:t>
        <a:bodyPr/>
        <a:lstStyle/>
        <a:p>
          <a:endParaRPr lang="en-US"/>
        </a:p>
      </dgm:t>
    </dgm:pt>
    <dgm:pt modelId="{DA955121-D391-4D7F-873B-B9FE7D51BDF0}" type="sibTrans" cxnId="{20857C47-D8B8-460C-A7CE-B0CFF2D65195}">
      <dgm:prSet/>
      <dgm:spPr/>
      <dgm:t>
        <a:bodyPr/>
        <a:lstStyle/>
        <a:p>
          <a:endParaRPr lang="en-US"/>
        </a:p>
      </dgm:t>
    </dgm:pt>
    <dgm:pt modelId="{498DC734-BAF7-4641-B811-15EE2BFD92F0}">
      <dgm:prSet/>
      <dgm:spPr/>
      <dgm:t>
        <a:bodyPr/>
        <a:lstStyle/>
        <a:p>
          <a:r>
            <a:rPr lang="en-US"/>
            <a:t>• تحويل بنكي</a:t>
          </a:r>
        </a:p>
      </dgm:t>
    </dgm:pt>
    <dgm:pt modelId="{04D7DF71-4911-46EC-8BA8-BC947D215539}" type="parTrans" cxnId="{980C3662-30C2-41D3-9991-19A20620AE85}">
      <dgm:prSet/>
      <dgm:spPr/>
      <dgm:t>
        <a:bodyPr/>
        <a:lstStyle/>
        <a:p>
          <a:endParaRPr lang="en-US"/>
        </a:p>
      </dgm:t>
    </dgm:pt>
    <dgm:pt modelId="{EF1E6CE3-5AD5-4100-A1C6-249727E1FF80}" type="sibTrans" cxnId="{980C3662-30C2-41D3-9991-19A20620AE85}">
      <dgm:prSet/>
      <dgm:spPr/>
      <dgm:t>
        <a:bodyPr/>
        <a:lstStyle/>
        <a:p>
          <a:endParaRPr lang="en-US"/>
        </a:p>
      </dgm:t>
    </dgm:pt>
    <dgm:pt modelId="{7F8BCD65-969B-4690-B342-D8520FA41F46}">
      <dgm:prSet/>
      <dgm:spPr/>
      <dgm:t>
        <a:bodyPr/>
        <a:lstStyle/>
        <a:p>
          <a:r>
            <a:rPr lang="en-US"/>
            <a:t>• Apple Pay و Tap</a:t>
          </a:r>
        </a:p>
      </dgm:t>
    </dgm:pt>
    <dgm:pt modelId="{46CD2595-5230-4F6F-8916-F39F3C59E30D}" type="parTrans" cxnId="{417A65AF-A6A2-49E3-B6ED-60427EC91C60}">
      <dgm:prSet/>
      <dgm:spPr/>
      <dgm:t>
        <a:bodyPr/>
        <a:lstStyle/>
        <a:p>
          <a:endParaRPr lang="en-US"/>
        </a:p>
      </dgm:t>
    </dgm:pt>
    <dgm:pt modelId="{AC98F1DE-EBE7-47B3-B991-BA9D3F2BAFC7}" type="sibTrans" cxnId="{417A65AF-A6A2-49E3-B6ED-60427EC91C60}">
      <dgm:prSet/>
      <dgm:spPr/>
      <dgm:t>
        <a:bodyPr/>
        <a:lstStyle/>
        <a:p>
          <a:endParaRPr lang="en-US"/>
        </a:p>
      </dgm:t>
    </dgm:pt>
    <dgm:pt modelId="{1E632AE5-9656-4EA1-91F2-B1158A2B171B}" type="pres">
      <dgm:prSet presAssocID="{ED766B41-8F13-4C63-B310-659D87ED23FF}" presName="cycle" presStyleCnt="0">
        <dgm:presLayoutVars>
          <dgm:dir/>
          <dgm:resizeHandles val="exact"/>
        </dgm:presLayoutVars>
      </dgm:prSet>
      <dgm:spPr/>
    </dgm:pt>
    <dgm:pt modelId="{F2125CD0-0956-406C-8E9C-0D80DAC71D31}" type="pres">
      <dgm:prSet presAssocID="{2883CB8D-9269-4257-9213-280D194F5C67}" presName="dummy" presStyleCnt="0"/>
      <dgm:spPr/>
    </dgm:pt>
    <dgm:pt modelId="{509A520C-A31C-423B-8D33-326002B022CF}" type="pres">
      <dgm:prSet presAssocID="{2883CB8D-9269-4257-9213-280D194F5C67}" presName="node" presStyleLbl="revTx" presStyleIdx="0" presStyleCnt="5">
        <dgm:presLayoutVars>
          <dgm:bulletEnabled val="1"/>
        </dgm:presLayoutVars>
      </dgm:prSet>
      <dgm:spPr/>
    </dgm:pt>
    <dgm:pt modelId="{E371B5E6-8F52-4C44-929F-A1B3048D456C}" type="pres">
      <dgm:prSet presAssocID="{C1B119D5-DA2A-4A94-88E7-F9B28F75C0B8}" presName="sibTrans" presStyleLbl="node1" presStyleIdx="0" presStyleCnt="5"/>
      <dgm:spPr/>
    </dgm:pt>
    <dgm:pt modelId="{E67E8F2C-F3B3-4281-89D5-A3415FB0C6C4}" type="pres">
      <dgm:prSet presAssocID="{324048B8-5C78-492F-8B68-CAE78F015AE7}" presName="dummy" presStyleCnt="0"/>
      <dgm:spPr/>
    </dgm:pt>
    <dgm:pt modelId="{ECCAA70C-3081-46E8-A1BC-7851E48AD859}" type="pres">
      <dgm:prSet presAssocID="{324048B8-5C78-492F-8B68-CAE78F015AE7}" presName="node" presStyleLbl="revTx" presStyleIdx="1" presStyleCnt="5">
        <dgm:presLayoutVars>
          <dgm:bulletEnabled val="1"/>
        </dgm:presLayoutVars>
      </dgm:prSet>
      <dgm:spPr/>
    </dgm:pt>
    <dgm:pt modelId="{5AA707F7-6251-4C0B-8596-F9DF9AEEF598}" type="pres">
      <dgm:prSet presAssocID="{2279E7B5-2F09-4E83-9212-1842B66644D7}" presName="sibTrans" presStyleLbl="node1" presStyleIdx="1" presStyleCnt="5"/>
      <dgm:spPr/>
    </dgm:pt>
    <dgm:pt modelId="{D25DEF86-1731-43A6-AAA6-3828F84FCF7C}" type="pres">
      <dgm:prSet presAssocID="{D7671435-ABC7-4C7B-93DF-BDC0BF92B50B}" presName="dummy" presStyleCnt="0"/>
      <dgm:spPr/>
    </dgm:pt>
    <dgm:pt modelId="{75E51DAC-D9F1-4CB5-9F48-ECAC6D1AD979}" type="pres">
      <dgm:prSet presAssocID="{D7671435-ABC7-4C7B-93DF-BDC0BF92B50B}" presName="node" presStyleLbl="revTx" presStyleIdx="2" presStyleCnt="5">
        <dgm:presLayoutVars>
          <dgm:bulletEnabled val="1"/>
        </dgm:presLayoutVars>
      </dgm:prSet>
      <dgm:spPr/>
    </dgm:pt>
    <dgm:pt modelId="{610B5772-9CD0-4761-9E04-97B266304826}" type="pres">
      <dgm:prSet presAssocID="{DA955121-D391-4D7F-873B-B9FE7D51BDF0}" presName="sibTrans" presStyleLbl="node1" presStyleIdx="2" presStyleCnt="5"/>
      <dgm:spPr/>
    </dgm:pt>
    <dgm:pt modelId="{DB7FCA98-E7F9-4763-9B66-6AB52C6CA46F}" type="pres">
      <dgm:prSet presAssocID="{498DC734-BAF7-4641-B811-15EE2BFD92F0}" presName="dummy" presStyleCnt="0"/>
      <dgm:spPr/>
    </dgm:pt>
    <dgm:pt modelId="{D2162E6D-AB85-477C-A1D2-EE3B2E11957F}" type="pres">
      <dgm:prSet presAssocID="{498DC734-BAF7-4641-B811-15EE2BFD92F0}" presName="node" presStyleLbl="revTx" presStyleIdx="3" presStyleCnt="5">
        <dgm:presLayoutVars>
          <dgm:bulletEnabled val="1"/>
        </dgm:presLayoutVars>
      </dgm:prSet>
      <dgm:spPr/>
    </dgm:pt>
    <dgm:pt modelId="{A10C9966-D06E-4AA7-B1FF-4DD96C24D08A}" type="pres">
      <dgm:prSet presAssocID="{EF1E6CE3-5AD5-4100-A1C6-249727E1FF80}" presName="sibTrans" presStyleLbl="node1" presStyleIdx="3" presStyleCnt="5"/>
      <dgm:spPr/>
    </dgm:pt>
    <dgm:pt modelId="{7F4C0ED4-2550-4588-BBB1-3E68438879F2}" type="pres">
      <dgm:prSet presAssocID="{7F8BCD65-969B-4690-B342-D8520FA41F46}" presName="dummy" presStyleCnt="0"/>
      <dgm:spPr/>
    </dgm:pt>
    <dgm:pt modelId="{54A77A37-E655-43AA-951B-76107CAD61D2}" type="pres">
      <dgm:prSet presAssocID="{7F8BCD65-969B-4690-B342-D8520FA41F46}" presName="node" presStyleLbl="revTx" presStyleIdx="4" presStyleCnt="5">
        <dgm:presLayoutVars>
          <dgm:bulletEnabled val="1"/>
        </dgm:presLayoutVars>
      </dgm:prSet>
      <dgm:spPr/>
    </dgm:pt>
    <dgm:pt modelId="{FC736EE6-D915-4CBE-B332-61C8905AE7E4}" type="pres">
      <dgm:prSet presAssocID="{AC98F1DE-EBE7-47B3-B991-BA9D3F2BAFC7}" presName="sibTrans" presStyleLbl="node1" presStyleIdx="4" presStyleCnt="5"/>
      <dgm:spPr/>
    </dgm:pt>
  </dgm:ptLst>
  <dgm:cxnLst>
    <dgm:cxn modelId="{A6E6A70A-A27A-432D-806C-66DDC44169C3}" type="presOf" srcId="{498DC734-BAF7-4641-B811-15EE2BFD92F0}" destId="{D2162E6D-AB85-477C-A1D2-EE3B2E11957F}" srcOrd="0" destOrd="0" presId="urn:microsoft.com/office/officeart/2005/8/layout/cycle1"/>
    <dgm:cxn modelId="{816E2F29-B94B-48AC-8D5E-E77B9E0BFB98}" type="presOf" srcId="{2279E7B5-2F09-4E83-9212-1842B66644D7}" destId="{5AA707F7-6251-4C0B-8596-F9DF9AEEF598}" srcOrd="0" destOrd="0" presId="urn:microsoft.com/office/officeart/2005/8/layout/cycle1"/>
    <dgm:cxn modelId="{89DA2A38-6556-45CC-9113-6501B9CF79B5}" type="presOf" srcId="{324048B8-5C78-492F-8B68-CAE78F015AE7}" destId="{ECCAA70C-3081-46E8-A1BC-7851E48AD859}" srcOrd="0" destOrd="0" presId="urn:microsoft.com/office/officeart/2005/8/layout/cycle1"/>
    <dgm:cxn modelId="{83F5415B-FA50-475B-810B-78C49DE733BB}" srcId="{ED766B41-8F13-4C63-B310-659D87ED23FF}" destId="{324048B8-5C78-492F-8B68-CAE78F015AE7}" srcOrd="1" destOrd="0" parTransId="{E3BEC7B2-AD95-4A46-9A41-77E4A1C93906}" sibTransId="{2279E7B5-2F09-4E83-9212-1842B66644D7}"/>
    <dgm:cxn modelId="{980C3662-30C2-41D3-9991-19A20620AE85}" srcId="{ED766B41-8F13-4C63-B310-659D87ED23FF}" destId="{498DC734-BAF7-4641-B811-15EE2BFD92F0}" srcOrd="3" destOrd="0" parTransId="{04D7DF71-4911-46EC-8BA8-BC947D215539}" sibTransId="{EF1E6CE3-5AD5-4100-A1C6-249727E1FF80}"/>
    <dgm:cxn modelId="{AF2A1F45-ED57-455E-B90C-E88843470A59}" srcId="{ED766B41-8F13-4C63-B310-659D87ED23FF}" destId="{2883CB8D-9269-4257-9213-280D194F5C67}" srcOrd="0" destOrd="0" parTransId="{503BB1DD-F3D4-484B-BDD7-DA774DDAA4F0}" sibTransId="{C1B119D5-DA2A-4A94-88E7-F9B28F75C0B8}"/>
    <dgm:cxn modelId="{20857C47-D8B8-460C-A7CE-B0CFF2D65195}" srcId="{ED766B41-8F13-4C63-B310-659D87ED23FF}" destId="{D7671435-ABC7-4C7B-93DF-BDC0BF92B50B}" srcOrd="2" destOrd="0" parTransId="{A7AA23C9-EE16-4904-BCCD-8A4A34CE7106}" sibTransId="{DA955121-D391-4D7F-873B-B9FE7D51BDF0}"/>
    <dgm:cxn modelId="{5CF4C64A-4200-4E65-B457-5BFA380E7483}" type="presOf" srcId="{D7671435-ABC7-4C7B-93DF-BDC0BF92B50B}" destId="{75E51DAC-D9F1-4CB5-9F48-ECAC6D1AD979}" srcOrd="0" destOrd="0" presId="urn:microsoft.com/office/officeart/2005/8/layout/cycle1"/>
    <dgm:cxn modelId="{0FD1C578-295F-43F5-9D44-5D5C28A9E454}" type="presOf" srcId="{DA955121-D391-4D7F-873B-B9FE7D51BDF0}" destId="{610B5772-9CD0-4761-9E04-97B266304826}" srcOrd="0" destOrd="0" presId="urn:microsoft.com/office/officeart/2005/8/layout/cycle1"/>
    <dgm:cxn modelId="{66C30D7D-AA65-4C0E-A81A-53BE5C7A4B12}" type="presOf" srcId="{ED766B41-8F13-4C63-B310-659D87ED23FF}" destId="{1E632AE5-9656-4EA1-91F2-B1158A2B171B}" srcOrd="0" destOrd="0" presId="urn:microsoft.com/office/officeart/2005/8/layout/cycle1"/>
    <dgm:cxn modelId="{654CAD8B-3C8F-411E-A6CA-37461E071E7B}" type="presOf" srcId="{7F8BCD65-969B-4690-B342-D8520FA41F46}" destId="{54A77A37-E655-43AA-951B-76107CAD61D2}" srcOrd="0" destOrd="0" presId="urn:microsoft.com/office/officeart/2005/8/layout/cycle1"/>
    <dgm:cxn modelId="{63EE778F-415B-43E1-BCBD-7510FABC8883}" type="presOf" srcId="{C1B119D5-DA2A-4A94-88E7-F9B28F75C0B8}" destId="{E371B5E6-8F52-4C44-929F-A1B3048D456C}" srcOrd="0" destOrd="0" presId="urn:microsoft.com/office/officeart/2005/8/layout/cycle1"/>
    <dgm:cxn modelId="{8E191DA7-FA79-4448-BA9E-19E4C271494C}" type="presOf" srcId="{AC98F1DE-EBE7-47B3-B991-BA9D3F2BAFC7}" destId="{FC736EE6-D915-4CBE-B332-61C8905AE7E4}" srcOrd="0" destOrd="0" presId="urn:microsoft.com/office/officeart/2005/8/layout/cycle1"/>
    <dgm:cxn modelId="{417A65AF-A6A2-49E3-B6ED-60427EC91C60}" srcId="{ED766B41-8F13-4C63-B310-659D87ED23FF}" destId="{7F8BCD65-969B-4690-B342-D8520FA41F46}" srcOrd="4" destOrd="0" parTransId="{46CD2595-5230-4F6F-8916-F39F3C59E30D}" sibTransId="{AC98F1DE-EBE7-47B3-B991-BA9D3F2BAFC7}"/>
    <dgm:cxn modelId="{4F5FFFB6-B616-45AD-9D70-FDAEC66D510B}" type="presOf" srcId="{2883CB8D-9269-4257-9213-280D194F5C67}" destId="{509A520C-A31C-423B-8D33-326002B022CF}" srcOrd="0" destOrd="0" presId="urn:microsoft.com/office/officeart/2005/8/layout/cycle1"/>
    <dgm:cxn modelId="{97C031BD-9B83-4FC9-92DF-AA02F6DDA608}" type="presOf" srcId="{EF1E6CE3-5AD5-4100-A1C6-249727E1FF80}" destId="{A10C9966-D06E-4AA7-B1FF-4DD96C24D08A}" srcOrd="0" destOrd="0" presId="urn:microsoft.com/office/officeart/2005/8/layout/cycle1"/>
    <dgm:cxn modelId="{AC7A1702-7C1D-428A-889F-7B3FB7B38318}" type="presParOf" srcId="{1E632AE5-9656-4EA1-91F2-B1158A2B171B}" destId="{F2125CD0-0956-406C-8E9C-0D80DAC71D31}" srcOrd="0" destOrd="0" presId="urn:microsoft.com/office/officeart/2005/8/layout/cycle1"/>
    <dgm:cxn modelId="{DC0FAED3-1281-4583-A8D2-D0F72F1F11BB}" type="presParOf" srcId="{1E632AE5-9656-4EA1-91F2-B1158A2B171B}" destId="{509A520C-A31C-423B-8D33-326002B022CF}" srcOrd="1" destOrd="0" presId="urn:microsoft.com/office/officeart/2005/8/layout/cycle1"/>
    <dgm:cxn modelId="{FF32F596-221F-4648-9B6C-5F79545E43F0}" type="presParOf" srcId="{1E632AE5-9656-4EA1-91F2-B1158A2B171B}" destId="{E371B5E6-8F52-4C44-929F-A1B3048D456C}" srcOrd="2" destOrd="0" presId="urn:microsoft.com/office/officeart/2005/8/layout/cycle1"/>
    <dgm:cxn modelId="{CAE5F6D6-1498-4144-ABB5-CAD44D1ED95F}" type="presParOf" srcId="{1E632AE5-9656-4EA1-91F2-B1158A2B171B}" destId="{E67E8F2C-F3B3-4281-89D5-A3415FB0C6C4}" srcOrd="3" destOrd="0" presId="urn:microsoft.com/office/officeart/2005/8/layout/cycle1"/>
    <dgm:cxn modelId="{C40A2277-5501-4137-B95C-B9A7045FCE32}" type="presParOf" srcId="{1E632AE5-9656-4EA1-91F2-B1158A2B171B}" destId="{ECCAA70C-3081-46E8-A1BC-7851E48AD859}" srcOrd="4" destOrd="0" presId="urn:microsoft.com/office/officeart/2005/8/layout/cycle1"/>
    <dgm:cxn modelId="{B4857BD2-9E1D-43BF-9951-3FF0706BF8D5}" type="presParOf" srcId="{1E632AE5-9656-4EA1-91F2-B1158A2B171B}" destId="{5AA707F7-6251-4C0B-8596-F9DF9AEEF598}" srcOrd="5" destOrd="0" presId="urn:microsoft.com/office/officeart/2005/8/layout/cycle1"/>
    <dgm:cxn modelId="{12477FCB-C744-4C18-949D-4B931588D395}" type="presParOf" srcId="{1E632AE5-9656-4EA1-91F2-B1158A2B171B}" destId="{D25DEF86-1731-43A6-AAA6-3828F84FCF7C}" srcOrd="6" destOrd="0" presId="urn:microsoft.com/office/officeart/2005/8/layout/cycle1"/>
    <dgm:cxn modelId="{00B99560-79CE-4A98-9957-364DA6E0FECA}" type="presParOf" srcId="{1E632AE5-9656-4EA1-91F2-B1158A2B171B}" destId="{75E51DAC-D9F1-4CB5-9F48-ECAC6D1AD979}" srcOrd="7" destOrd="0" presId="urn:microsoft.com/office/officeart/2005/8/layout/cycle1"/>
    <dgm:cxn modelId="{27A8B991-DB3D-4E0E-8AB6-CB92B0826C15}" type="presParOf" srcId="{1E632AE5-9656-4EA1-91F2-B1158A2B171B}" destId="{610B5772-9CD0-4761-9E04-97B266304826}" srcOrd="8" destOrd="0" presId="urn:microsoft.com/office/officeart/2005/8/layout/cycle1"/>
    <dgm:cxn modelId="{144C2B5B-452A-4809-88E9-91C34BB032C6}" type="presParOf" srcId="{1E632AE5-9656-4EA1-91F2-B1158A2B171B}" destId="{DB7FCA98-E7F9-4763-9B66-6AB52C6CA46F}" srcOrd="9" destOrd="0" presId="urn:microsoft.com/office/officeart/2005/8/layout/cycle1"/>
    <dgm:cxn modelId="{58BAFEF3-BA13-4583-8C95-17D171709BA6}" type="presParOf" srcId="{1E632AE5-9656-4EA1-91F2-B1158A2B171B}" destId="{D2162E6D-AB85-477C-A1D2-EE3B2E11957F}" srcOrd="10" destOrd="0" presId="urn:microsoft.com/office/officeart/2005/8/layout/cycle1"/>
    <dgm:cxn modelId="{0F3DDEF1-307C-4297-AB5A-1A0E2CB228EE}" type="presParOf" srcId="{1E632AE5-9656-4EA1-91F2-B1158A2B171B}" destId="{A10C9966-D06E-4AA7-B1FF-4DD96C24D08A}" srcOrd="11" destOrd="0" presId="urn:microsoft.com/office/officeart/2005/8/layout/cycle1"/>
    <dgm:cxn modelId="{62C00944-7BB6-45C9-89D3-8A37BAFEA566}" type="presParOf" srcId="{1E632AE5-9656-4EA1-91F2-B1158A2B171B}" destId="{7F4C0ED4-2550-4588-BBB1-3E68438879F2}" srcOrd="12" destOrd="0" presId="urn:microsoft.com/office/officeart/2005/8/layout/cycle1"/>
    <dgm:cxn modelId="{AAD88E24-C175-4AEE-A6DB-3979124B154A}" type="presParOf" srcId="{1E632AE5-9656-4EA1-91F2-B1158A2B171B}" destId="{54A77A37-E655-43AA-951B-76107CAD61D2}" srcOrd="13" destOrd="0" presId="urn:microsoft.com/office/officeart/2005/8/layout/cycle1"/>
    <dgm:cxn modelId="{59D2A1D6-220D-4C27-881D-CC4FEAA78363}" type="presParOf" srcId="{1E632AE5-9656-4EA1-91F2-B1158A2B171B}" destId="{FC736EE6-D915-4CBE-B332-61C8905AE7E4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9A520C-A31C-423B-8D33-326002B022CF}">
      <dsp:nvSpPr>
        <dsp:cNvPr id="0" name=""/>
        <dsp:cNvSpPr/>
      </dsp:nvSpPr>
      <dsp:spPr>
        <a:xfrm>
          <a:off x="4650258" y="33995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استلام من الفرع</a:t>
          </a:r>
        </a:p>
      </dsp:txBody>
      <dsp:txXfrm>
        <a:off x="4650258" y="33995"/>
        <a:ext cx="1119113" cy="1119113"/>
      </dsp:txXfrm>
    </dsp:sp>
    <dsp:sp modelId="{E371B5E6-8F52-4C44-929F-A1B3048D456C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21294043"/>
            <a:gd name="adj4" fmla="val 19765537"/>
            <a:gd name="adj5" fmla="val 606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AA70C-3081-46E8-A1BC-7851E48AD859}">
      <dsp:nvSpPr>
        <dsp:cNvPr id="0" name=""/>
        <dsp:cNvSpPr/>
      </dsp:nvSpPr>
      <dsp:spPr>
        <a:xfrm>
          <a:off x="5327014" y="2116836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توصيل (Storage Station)</a:t>
          </a:r>
        </a:p>
      </dsp:txBody>
      <dsp:txXfrm>
        <a:off x="5327014" y="2116836"/>
        <a:ext cx="1119113" cy="1119113"/>
      </dsp:txXfrm>
    </dsp:sp>
    <dsp:sp modelId="{5AA707F7-6251-4C0B-8596-F9DF9AEEF598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4015529"/>
            <a:gd name="adj4" fmla="val 2252670"/>
            <a:gd name="adj5" fmla="val 606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E51DAC-D9F1-4CB5-9F48-ECAC6D1AD979}">
      <dsp:nvSpPr>
        <dsp:cNvPr id="0" name=""/>
        <dsp:cNvSpPr/>
      </dsp:nvSpPr>
      <dsp:spPr>
        <a:xfrm>
          <a:off x="3555243" y="3404103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دفع عند الاستلام</a:t>
          </a:r>
        </a:p>
      </dsp:txBody>
      <dsp:txXfrm>
        <a:off x="3555243" y="3404103"/>
        <a:ext cx="1119113" cy="1119113"/>
      </dsp:txXfrm>
    </dsp:sp>
    <dsp:sp modelId="{610B5772-9CD0-4761-9E04-97B266304826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8211614"/>
            <a:gd name="adj4" fmla="val 6448755"/>
            <a:gd name="adj5" fmla="val 606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62E6D-AB85-477C-A1D2-EE3B2E11957F}">
      <dsp:nvSpPr>
        <dsp:cNvPr id="0" name=""/>
        <dsp:cNvSpPr/>
      </dsp:nvSpPr>
      <dsp:spPr>
        <a:xfrm>
          <a:off x="1783472" y="2116836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تحويل بنكي</a:t>
          </a:r>
        </a:p>
      </dsp:txBody>
      <dsp:txXfrm>
        <a:off x="1783472" y="2116836"/>
        <a:ext cx="1119113" cy="1119113"/>
      </dsp:txXfrm>
    </dsp:sp>
    <dsp:sp modelId="{A10C9966-D06E-4AA7-B1FF-4DD96C24D08A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12298747"/>
            <a:gd name="adj4" fmla="val 10770240"/>
            <a:gd name="adj5" fmla="val 606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77A37-E655-43AA-951B-76107CAD61D2}">
      <dsp:nvSpPr>
        <dsp:cNvPr id="0" name=""/>
        <dsp:cNvSpPr/>
      </dsp:nvSpPr>
      <dsp:spPr>
        <a:xfrm>
          <a:off x="2460228" y="33995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Apple Pay و Tap</a:t>
          </a:r>
        </a:p>
      </dsp:txBody>
      <dsp:txXfrm>
        <a:off x="2460228" y="33995"/>
        <a:ext cx="1119113" cy="1119113"/>
      </dsp:txXfrm>
    </dsp:sp>
    <dsp:sp modelId="{FC736EE6-D915-4CBE-B332-61C8905AE7E4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16866515"/>
            <a:gd name="adj4" fmla="val 15197769"/>
            <a:gd name="adj5" fmla="val 606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34DE9D20-D6C2-4834-9EE9-EC583F3FE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40C728-4E01-4237-82C8-9624DFA85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F1CFB22B-2D73-4F2C-953D-8C306B45B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819F58A9-E813-4511-BEF2-5B65BB728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3A76757-0E1C-9D6C-0B3A-2D4C0D77C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796" y="1620317"/>
            <a:ext cx="3606599" cy="360659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9"/>
            <a:ext cx="3805776" cy="3018870"/>
          </a:xfrm>
        </p:spPr>
        <p:txBody>
          <a:bodyPr anchor="b">
            <a:normAutofit/>
          </a:bodyPr>
          <a:lstStyle/>
          <a:p>
            <a:pPr algn="l">
              <a:defRPr sz="2800"/>
            </a:pPr>
            <a:r>
              <a:rPr lang="ar-EG" sz="4200">
                <a:solidFill>
                  <a:schemeClr val="bg1"/>
                </a:solidFill>
              </a:rPr>
              <a:t>الفكرة العامة للمشروع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787" y="3952172"/>
            <a:ext cx="3805776" cy="2229172"/>
          </a:xfrm>
        </p:spPr>
        <p:txBody>
          <a:bodyPr anchor="t">
            <a:normAutofit/>
          </a:bodyPr>
          <a:lstStyle/>
          <a:p>
            <a:r>
              <a:rPr lang="ar-EG" sz="1600">
                <a:solidFill>
                  <a:schemeClr val="bg1"/>
                </a:solidFill>
              </a:rPr>
              <a:t>إنشاء متجر إلكتروني متكامل لبيع الملابس داخل المملكة العربية السعودية</a:t>
            </a:r>
          </a:p>
          <a:p>
            <a:r>
              <a:rPr lang="ar-EG" sz="1600">
                <a:solidFill>
                  <a:schemeClr val="bg1"/>
                </a:solidFill>
              </a:rPr>
              <a:t>يعكس هوية </a:t>
            </a:r>
            <a:r>
              <a:rPr lang="en-US" sz="1600">
                <a:solidFill>
                  <a:schemeClr val="bg1"/>
                </a:solidFill>
              </a:rPr>
              <a:t>Gen M &amp; Z </a:t>
            </a:r>
            <a:r>
              <a:rPr lang="ar-EG" sz="1600">
                <a:solidFill>
                  <a:schemeClr val="bg1"/>
                </a:solidFill>
              </a:rPr>
              <a:t>بتصميم رسمي وعصري</a:t>
            </a:r>
          </a:p>
          <a:p>
            <a:r>
              <a:rPr lang="ar-EG" sz="1600">
                <a:solidFill>
                  <a:schemeClr val="bg1"/>
                </a:solidFill>
              </a:rPr>
              <a:t>تجربة مستخدم سهلة مع نظام إداري احترافي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5"/>
            <a:ext cx="2776935" cy="1616203"/>
          </a:xfrm>
        </p:spPr>
        <p:txBody>
          <a:bodyPr anchor="b">
            <a:normAutofit/>
          </a:bodyPr>
          <a:lstStyle/>
          <a:p>
            <a:pPr>
              <a:defRPr sz="2800"/>
            </a:pPr>
            <a:r>
              <a:rPr lang="ar-EG" sz="2800">
                <a:solidFill>
                  <a:srgbClr val="FFFFFF"/>
                </a:solidFill>
              </a:rPr>
              <a:t>اللغات والتصميم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13" y="2459116"/>
            <a:ext cx="2776934" cy="3524823"/>
          </a:xfrm>
        </p:spPr>
        <p:txBody>
          <a:bodyPr>
            <a:normAutofit/>
          </a:bodyPr>
          <a:lstStyle/>
          <a:p>
            <a:r>
              <a:rPr lang="ar-EG" sz="1700">
                <a:solidFill>
                  <a:srgbClr val="FFFFFF"/>
                </a:solidFill>
              </a:rPr>
              <a:t>• دعم اللغة العربية والإنجليزية</a:t>
            </a:r>
          </a:p>
          <a:p>
            <a:r>
              <a:rPr lang="ar-EG" sz="1700">
                <a:solidFill>
                  <a:srgbClr val="FFFFFF"/>
                </a:solidFill>
              </a:rPr>
              <a:t>• وضع نهاري بتصميم خاص</a:t>
            </a:r>
          </a:p>
          <a:p>
            <a:r>
              <a:rPr lang="ar-EG" sz="1700">
                <a:solidFill>
                  <a:srgbClr val="FFFFFF"/>
                </a:solidFill>
              </a:rPr>
              <a:t>• وضع ليلي أنيق</a:t>
            </a:r>
          </a:p>
          <a:p>
            <a:r>
              <a:rPr lang="ar-EG" sz="1700">
                <a:solidFill>
                  <a:srgbClr val="FFFFFF"/>
                </a:solidFill>
              </a:rPr>
              <a:t>• تصميم إبداعي يعكس هوية البراند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320B5D-41D6-4FF9-6977-6A71D6191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978" y="1401374"/>
            <a:ext cx="4055251" cy="40552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5"/>
            <a:ext cx="2776935" cy="1616203"/>
          </a:xfrm>
        </p:spPr>
        <p:txBody>
          <a:bodyPr anchor="b">
            <a:normAutofit/>
          </a:bodyPr>
          <a:lstStyle/>
          <a:p>
            <a:pPr>
              <a:defRPr sz="2800"/>
            </a:pPr>
            <a:r>
              <a:rPr lang="ar-EG" sz="2800">
                <a:solidFill>
                  <a:srgbClr val="FFFFFF"/>
                </a:solidFill>
              </a:rPr>
              <a:t>الصفحات الأساسية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13" y="2459116"/>
            <a:ext cx="2776934" cy="3524823"/>
          </a:xfrm>
        </p:spPr>
        <p:txBody>
          <a:bodyPr>
            <a:normAutofit/>
          </a:bodyPr>
          <a:lstStyle/>
          <a:p>
            <a:r>
              <a:rPr lang="ar-EG" sz="1700">
                <a:solidFill>
                  <a:srgbClr val="FFFFFF"/>
                </a:solidFill>
              </a:rPr>
              <a:t>• الصفحة الرئيسية</a:t>
            </a:r>
          </a:p>
          <a:p>
            <a:r>
              <a:rPr lang="ar-EG" sz="1700">
                <a:solidFill>
                  <a:srgbClr val="FFFFFF"/>
                </a:solidFill>
              </a:rPr>
              <a:t>• صفحة المنتج</a:t>
            </a:r>
          </a:p>
          <a:p>
            <a:r>
              <a:rPr lang="ar-EG" sz="1700">
                <a:solidFill>
                  <a:srgbClr val="FFFFFF"/>
                </a:solidFill>
              </a:rPr>
              <a:t>• السلة</a:t>
            </a:r>
          </a:p>
          <a:p>
            <a:r>
              <a:rPr lang="ar-EG" sz="1700">
                <a:solidFill>
                  <a:srgbClr val="FFFFFF"/>
                </a:solidFill>
              </a:rPr>
              <a:t>• التسجيل وتسجيل الدخول</a:t>
            </a:r>
          </a:p>
          <a:p>
            <a:r>
              <a:rPr lang="ar-EG" sz="1700">
                <a:solidFill>
                  <a:srgbClr val="FFFFFF"/>
                </a:solidFill>
              </a:rPr>
              <a:t>• الشحن والدفع</a:t>
            </a:r>
          </a:p>
          <a:p>
            <a:r>
              <a:rPr lang="ar-EG" sz="1700">
                <a:solidFill>
                  <a:srgbClr val="FFFFFF"/>
                </a:solidFill>
              </a:rPr>
              <a:t>• حساب العميل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B1CD7-BBD7-1934-F3C9-815481E9B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978" y="1401374"/>
            <a:ext cx="4055251" cy="40552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5"/>
            <a:ext cx="2776935" cy="1616203"/>
          </a:xfrm>
        </p:spPr>
        <p:txBody>
          <a:bodyPr anchor="b">
            <a:normAutofit/>
          </a:bodyPr>
          <a:lstStyle/>
          <a:p>
            <a:pPr>
              <a:defRPr sz="2800"/>
            </a:pPr>
            <a:r>
              <a:rPr lang="ar-EG" sz="2800">
                <a:solidFill>
                  <a:srgbClr val="FFFFFF"/>
                </a:solidFill>
              </a:rPr>
              <a:t>تجربة العميل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13" y="2459116"/>
            <a:ext cx="2776934" cy="3524823"/>
          </a:xfrm>
        </p:spPr>
        <p:txBody>
          <a:bodyPr>
            <a:normAutofit/>
          </a:bodyPr>
          <a:lstStyle/>
          <a:p>
            <a:r>
              <a:rPr lang="ar-EG" sz="1700">
                <a:solidFill>
                  <a:srgbClr val="FFFFFF"/>
                </a:solidFill>
              </a:rPr>
              <a:t>• عرض إبداعي للمنتجات</a:t>
            </a:r>
          </a:p>
          <a:p>
            <a:r>
              <a:rPr lang="ar-EG" sz="1700">
                <a:solidFill>
                  <a:srgbClr val="FFFFFF"/>
                </a:solidFill>
              </a:rPr>
              <a:t>• اختيار اللون والمقاس قبل الشراء</a:t>
            </a:r>
          </a:p>
          <a:p>
            <a:r>
              <a:rPr lang="ar-EG" sz="1700">
                <a:solidFill>
                  <a:srgbClr val="FFFFFF"/>
                </a:solidFill>
              </a:rPr>
              <a:t>• حفظ الطلبات</a:t>
            </a:r>
          </a:p>
          <a:p>
            <a:r>
              <a:rPr lang="ar-EG" sz="1700">
                <a:solidFill>
                  <a:srgbClr val="FFFFFF"/>
                </a:solidFill>
              </a:rPr>
              <a:t>• تحميل الفواتير الضريبية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A76EDC-4B96-7F55-3DAD-2CB3FC506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978" y="1401374"/>
            <a:ext cx="4055251" cy="40552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الشحن والدفع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997F5BA-AF9F-C5AE-098D-D0EEA4E61B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E00F48B-A24B-4F03-9BDB-824C1154AD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3662" y="5076496"/>
            <a:ext cx="2480337" cy="17815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5"/>
            <a:ext cx="2776935" cy="1616203"/>
          </a:xfrm>
        </p:spPr>
        <p:txBody>
          <a:bodyPr anchor="b">
            <a:normAutofit/>
          </a:bodyPr>
          <a:lstStyle/>
          <a:p>
            <a:pPr>
              <a:defRPr sz="2800"/>
            </a:pPr>
            <a:r>
              <a:rPr lang="ar-EG" sz="2800">
                <a:solidFill>
                  <a:srgbClr val="FFFFFF"/>
                </a:solidFill>
              </a:rPr>
              <a:t>لوحة التحكم – الأدمن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13" y="2459116"/>
            <a:ext cx="2776934" cy="3524823"/>
          </a:xfrm>
        </p:spPr>
        <p:txBody>
          <a:bodyPr>
            <a:normAutofit/>
          </a:bodyPr>
          <a:lstStyle/>
          <a:p>
            <a:r>
              <a:rPr lang="ar-EG" sz="1700">
                <a:solidFill>
                  <a:srgbClr val="FFFFFF"/>
                </a:solidFill>
              </a:rPr>
              <a:t>• إدارة الطلبات</a:t>
            </a:r>
          </a:p>
          <a:p>
            <a:r>
              <a:rPr lang="ar-EG" sz="1700">
                <a:solidFill>
                  <a:srgbClr val="FFFFFF"/>
                </a:solidFill>
              </a:rPr>
              <a:t>• إدارة المنتجات</a:t>
            </a:r>
          </a:p>
          <a:p>
            <a:r>
              <a:rPr lang="ar-EG" sz="1700">
                <a:solidFill>
                  <a:srgbClr val="FFFFFF"/>
                </a:solidFill>
              </a:rPr>
              <a:t>• إدارة العملاء</a:t>
            </a:r>
          </a:p>
          <a:p>
            <a:r>
              <a:rPr lang="ar-EG" sz="1700">
                <a:solidFill>
                  <a:srgbClr val="FFFFFF"/>
                </a:solidFill>
              </a:rPr>
              <a:t>• إدارة الموظفين والصلاحيات</a:t>
            </a:r>
          </a:p>
          <a:p>
            <a:r>
              <a:rPr lang="ar-EG" sz="1700">
                <a:solidFill>
                  <a:srgbClr val="FFFFFF"/>
                </a:solidFill>
              </a:rPr>
              <a:t>• أكواد الخصم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F645ED-D25E-484D-DCB6-C701D30AF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978" y="1401374"/>
            <a:ext cx="4055251" cy="40552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0"/>
            <a:ext cx="3992787" cy="1642970"/>
          </a:xfrm>
        </p:spPr>
        <p:txBody>
          <a:bodyPr anchor="b">
            <a:normAutofit/>
          </a:bodyPr>
          <a:lstStyle/>
          <a:p>
            <a:pPr>
              <a:defRPr sz="2800"/>
            </a:pPr>
            <a:r>
              <a:rPr lang="ar-EG" sz="3500"/>
              <a:t>النظام المحاسبي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692" y="2405894"/>
            <a:ext cx="3986392" cy="3535083"/>
          </a:xfrm>
        </p:spPr>
        <p:txBody>
          <a:bodyPr anchor="t">
            <a:normAutofit/>
          </a:bodyPr>
          <a:lstStyle/>
          <a:p>
            <a:r>
              <a:rPr lang="ar-EG" sz="1700"/>
              <a:t>• حساب التكاليف</a:t>
            </a:r>
          </a:p>
          <a:p>
            <a:r>
              <a:rPr lang="ar-EG" sz="1700"/>
              <a:t>• احتساب الضريبة 15%</a:t>
            </a:r>
          </a:p>
          <a:p>
            <a:r>
              <a:rPr lang="ar-EG" sz="1700"/>
              <a:t>• حساب صافي الربح</a:t>
            </a:r>
          </a:p>
          <a:p>
            <a:r>
              <a:rPr lang="ar-EG" sz="1700"/>
              <a:t>• تقارير مالية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62122A-A7FB-0C3D-192D-287FC7F02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975" y="1880998"/>
            <a:ext cx="3127897" cy="31278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5"/>
            <a:ext cx="2776935" cy="1616203"/>
          </a:xfrm>
        </p:spPr>
        <p:txBody>
          <a:bodyPr anchor="b">
            <a:normAutofit/>
          </a:bodyPr>
          <a:lstStyle/>
          <a:p>
            <a:pPr>
              <a:defRPr sz="2800"/>
            </a:pPr>
            <a:r>
              <a:rPr lang="ar-EG" sz="2800">
                <a:solidFill>
                  <a:srgbClr val="FFFFFF"/>
                </a:solidFill>
              </a:rPr>
              <a:t>تسجيل الدخول والأمان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13" y="2459116"/>
            <a:ext cx="2776934" cy="3524823"/>
          </a:xfrm>
        </p:spPr>
        <p:txBody>
          <a:bodyPr>
            <a:normAutofit/>
          </a:bodyPr>
          <a:lstStyle/>
          <a:p>
            <a:r>
              <a:rPr lang="ar-EG" sz="1700">
                <a:solidFill>
                  <a:srgbClr val="FFFFFF"/>
                </a:solidFill>
              </a:rPr>
              <a:t>• صفحة دخول موحدة</a:t>
            </a:r>
          </a:p>
          <a:p>
            <a:r>
              <a:rPr lang="ar-EG" sz="1700">
                <a:solidFill>
                  <a:srgbClr val="FFFFFF"/>
                </a:solidFill>
              </a:rPr>
              <a:t>• توجيه حسب نوع المستخدم</a:t>
            </a:r>
          </a:p>
          <a:p>
            <a:r>
              <a:rPr lang="ar-EG" sz="1700">
                <a:solidFill>
                  <a:srgbClr val="FFFFFF"/>
                </a:solidFill>
              </a:rPr>
              <a:t>• استعادة كلمة المرور</a:t>
            </a:r>
          </a:p>
          <a:p>
            <a:r>
              <a:rPr lang="ar-EG" sz="1700">
                <a:solidFill>
                  <a:srgbClr val="FFFFFF"/>
                </a:solidFill>
              </a:rPr>
              <a:t>• دعم فني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1D0297-DB1A-5D5B-2A6B-2676F5ACB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978" y="1401374"/>
            <a:ext cx="4055251" cy="40552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5"/>
            <a:ext cx="2776935" cy="1616203"/>
          </a:xfrm>
        </p:spPr>
        <p:txBody>
          <a:bodyPr anchor="b">
            <a:normAutofit/>
          </a:bodyPr>
          <a:lstStyle/>
          <a:p>
            <a:pPr>
              <a:defRPr sz="2800"/>
            </a:pPr>
            <a:r>
              <a:rPr lang="ar-EG" sz="2800">
                <a:solidFill>
                  <a:srgbClr val="FFFFFF"/>
                </a:solidFill>
              </a:rPr>
              <a:t>الصفحات القانونية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13" y="2459116"/>
            <a:ext cx="2776934" cy="3524823"/>
          </a:xfrm>
        </p:spPr>
        <p:txBody>
          <a:bodyPr>
            <a:normAutofit/>
          </a:bodyPr>
          <a:lstStyle/>
          <a:p>
            <a:r>
              <a:rPr lang="ar-EG" sz="1700">
                <a:solidFill>
                  <a:srgbClr val="FFFFFF"/>
                </a:solidFill>
              </a:rPr>
              <a:t>• الشروط والأحكام</a:t>
            </a:r>
          </a:p>
          <a:p>
            <a:r>
              <a:rPr lang="ar-EG" sz="1700">
                <a:solidFill>
                  <a:srgbClr val="FFFFFF"/>
                </a:solidFill>
              </a:rPr>
              <a:t>• سياسة الخصوصية</a:t>
            </a:r>
          </a:p>
          <a:p>
            <a:r>
              <a:rPr lang="ar-EG" sz="1700">
                <a:solidFill>
                  <a:srgbClr val="FFFFFF"/>
                </a:solidFill>
              </a:rPr>
              <a:t>• سياسة التوصيل</a:t>
            </a:r>
          </a:p>
          <a:p>
            <a:r>
              <a:rPr lang="ar-EG" sz="1700">
                <a:solidFill>
                  <a:srgbClr val="FFFFFF"/>
                </a:solidFill>
              </a:rPr>
              <a:t>• سياسة الاستبدال والاسترجاع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943AE5-09ED-9045-FF19-53710E06A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978" y="1401374"/>
            <a:ext cx="4055251" cy="40552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02955"/>
            <a:ext cx="3574747" cy="1454051"/>
          </a:xfrm>
        </p:spPr>
        <p:txBody>
          <a:bodyPr>
            <a:normAutofit/>
          </a:bodyPr>
          <a:lstStyle/>
          <a:p>
            <a:pPr>
              <a:defRPr sz="2800"/>
            </a:pPr>
            <a:r>
              <a:rPr lang="ar-EG" sz="3100">
                <a:solidFill>
                  <a:schemeClr val="tx2"/>
                </a:solidFill>
              </a:rPr>
              <a:t>الخلاصة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421683"/>
            <a:ext cx="3574461" cy="3353476"/>
          </a:xfrm>
        </p:spPr>
        <p:txBody>
          <a:bodyPr anchor="t">
            <a:normAutofit/>
          </a:bodyPr>
          <a:lstStyle/>
          <a:p>
            <a:r>
              <a:rPr lang="ar-EG" sz="1600">
                <a:solidFill>
                  <a:schemeClr val="tx2"/>
                </a:solidFill>
              </a:rPr>
              <a:t>منصة تجارة إلكترونية متكاملة</a:t>
            </a:r>
          </a:p>
          <a:p>
            <a:r>
              <a:rPr lang="ar-EG" sz="1600">
                <a:solidFill>
                  <a:schemeClr val="tx2"/>
                </a:solidFill>
              </a:rPr>
              <a:t>جاهزة للتوسع والنمو</a:t>
            </a:r>
          </a:p>
          <a:p>
            <a:r>
              <a:rPr lang="ar-EG" sz="1600">
                <a:solidFill>
                  <a:schemeClr val="tx2"/>
                </a:solidFill>
              </a:rPr>
              <a:t>تلبي متطلبات السوق السعودي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6714"/>
            <a:ext cx="4780320" cy="6874714"/>
            <a:chOff x="5818240" y="-1"/>
            <a:chExt cx="6373761" cy="687471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C553DA3-520E-CA58-CED1-074F49927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294" y="2337435"/>
            <a:ext cx="3106674" cy="31066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197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الفكرة العامة للمشروع</vt:lpstr>
      <vt:lpstr>اللغات والتصميم</vt:lpstr>
      <vt:lpstr>الصفحات الأساسية</vt:lpstr>
      <vt:lpstr>تجربة العميل</vt:lpstr>
      <vt:lpstr>الشحن والدفع</vt:lpstr>
      <vt:lpstr>لوحة التحكم – الأدمن</vt:lpstr>
      <vt:lpstr>النظام المحاسبي</vt:lpstr>
      <vt:lpstr>تسجيل الدخول والأمان</vt:lpstr>
      <vt:lpstr>الصفحات القانونية</vt:lpstr>
      <vt:lpstr>الخلاصة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Youssef Darsh</dc:creator>
  <cp:keywords/>
  <dc:description>generated using python-pptx</dc:description>
  <cp:lastModifiedBy>Office</cp:lastModifiedBy>
  <cp:revision>3</cp:revision>
  <dcterms:created xsi:type="dcterms:W3CDTF">2013-01-27T09:14:16Z</dcterms:created>
  <dcterms:modified xsi:type="dcterms:W3CDTF">2025-12-25T06:12:57Z</dcterms:modified>
  <cp:category/>
</cp:coreProperties>
</file>